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3" r:id="rId3"/>
    <p:sldId id="264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80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869680" y="-914400"/>
            <a:ext cx="5029200" cy="5029200"/>
          </a:xfrm>
          <a:prstGeom prst="roundRect">
            <a:avLst>
              <a:gd name="adj" fmla="val 12727"/>
            </a:avLst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-1463040" y="4572000"/>
            <a:ext cx="4206240" cy="4206240"/>
          </a:xfrm>
          <a:prstGeom prst="roundRect">
            <a:avLst>
              <a:gd name="adj" fmla="val 13043"/>
            </a:avLst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B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Residential Society Resident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Billing 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194560" cy="0"/>
          </a:xfrm>
          <a:prstGeom prst="line">
            <a:avLst/>
          </a:prstGeom>
          <a:noFill/>
          <a:ln w="31750">
            <a:solidFill>
              <a:srgbClr val="E8B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Relational Database for Society Residents, Flats, Maintenance Bills, and Payments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59" y="5806440"/>
            <a:ext cx="330136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85416" y="5806440"/>
            <a:ext cx="10835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0148" y="5806440"/>
            <a:ext cx="12390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0328" y="5806440"/>
            <a:ext cx="15499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BF0070-570A-7DE9-B63F-B73FB2464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7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F3F67-A017-65A9-53C5-98E828D6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1" y="1344749"/>
            <a:ext cx="11751058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7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30</Words>
  <Application>Microsoft Office PowerPoint</Application>
  <PresentationFormat>Widescreen</PresentationFormat>
  <Paragraphs>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Rajitha Ramini</cp:lastModifiedBy>
  <cp:revision>7</cp:revision>
  <dcterms:created xsi:type="dcterms:W3CDTF">2026-09-17T06:33:51Z</dcterms:created>
  <dcterms:modified xsi:type="dcterms:W3CDTF">2026-09-24T08:39:52Z</dcterms:modified>
</cp:coreProperties>
</file>